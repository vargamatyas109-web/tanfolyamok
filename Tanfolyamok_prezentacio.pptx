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1200000"/>
            <a:ext cx="10900000" cy="1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Tanfolyamok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400000"/>
            <a:ext cx="109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Segoe UI"/>
              </a:rPr>
              <a:t>Tanfolyam-kezelő webalkalmazás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3500000"/>
            <a:ext cx="10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Segoe UI"/>
              </a:rPr>
              <a:t>Pogány Frigyes Technikum  |  Budapest,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200000"/>
            <a:ext cx="10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Segoe UI"/>
              </a:rPr>
              <a:t>Andorfer Vendel  |  Babai Máté  |  Varga Mátyás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Tartalom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1.  Miről szól a projekt?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2.  Milyen eszközökkel készült?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3.  Hogyan épül fel?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4.  Hogyan tárolja az adatokat?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5.  Mit lát a látogató?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6.  Mit lát az admin?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7.  Hogyan kommunikál a felület a szerverrel?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8.  Hogyan védett a rendszer?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9.  Hogyan teszteltük?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10. Hogyan kell elindítani?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3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1. Miről szól a projekt?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Segoe UI"/>
              </a:rPr>
              <a:t>Miért és kinek készült ez az alkalmazás?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4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 projekt háttere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Segoe UI"/>
              </a:rPr>
              <a:t>Iskola: BKSZC Pogány Frigyes Technikum (Budapest)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Az iskola esti és hétvégi digitális képzéseket kínál felnőtteknek.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 jelentkezések korábban papír alapon történtek.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 cél: egy weboldal ahol az érdeklődők megtalálják a tanfolyamokat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és online tudnak jelentkezni - az adminisztrátor pedig tudja kezelni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 csoportokat és a jelentkezők adatait.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3 fős csapat, iskolai projektmunka, 2026-os tanév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5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 három elérhető képzés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0000"/>
            <a:ext cx="3500000" cy="4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Teljesen nulláról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40 óra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Alapok: számítógép, internet, e-mail, jelszavak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57200" y="1200000"/>
            <a:ext cx="3500000" cy="4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Mindennapi internethasználat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40 óra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Telefon és laptop együtt, fájlok, alkalmazások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57200" y="1200000"/>
            <a:ext cx="3500000" cy="4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Tudatos és biztonságos internet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80 óra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Átverések, adatvédelem, kétlépéses azonosítás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00000"/>
            <a:ext cx="110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Mindhárom képzésből több csoport is indulhat, különböző időpontokban és helyszíneken.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6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2. Milyen eszközökkel készült?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Használt eszközök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Szerver oldal (a háttérben dolgozik)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Node.js - Futtatja a szerver kódot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Express.js - Fogadja a kéréseket, küldi a válaszokat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SQLite - Tárolja az adatokat (1 fájl)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bcrypt - Jelszót titkosít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JWT - Belépés igazolvány (token)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dotenv - Titkos adatok külön fájlban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Felület (amit a felhasználó lát)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HTML - Az oldal szerkezete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CSS - Az oldal kinézete, színek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JavaScript - Az oldal működése, gombok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Bootstrap 5 - Reszponzív design (telefonon is jó)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Fetch API - Adatok lekérése a szerverről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3. Hogyan épül fel?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Az alkalmazás 3 részből áll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200000"/>
            <a:ext cx="3400000" cy="2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99"/>
                </a:solidFill>
                <a:latin typeface="Segoe UI"/>
              </a:rPr>
              <a:t>Weboldal (böngésző)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HTML + CSS + JS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Ezt látja a felhasználó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Böngészőbe töltődik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000" y="1200000"/>
            <a:ext cx="3400000" cy="2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99"/>
                </a:solidFill>
                <a:latin typeface="Segoe UI"/>
              </a:rPr>
              <a:t>Szerver (Node.js)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Express.js / app.js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Kérelmeket fogad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Válaszokat küld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0" y="1200000"/>
            <a:ext cx="3400000" cy="2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99"/>
                </a:solidFill>
                <a:latin typeface="Segoe UI"/>
              </a:rPr>
              <a:t>Adatbázis (SQLite)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tanfolyamok.db fájl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3 tábla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Minden adat itt van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000" y="2200000"/>
            <a:ext cx="5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333399"/>
                </a:solidFill>
                <a:latin typeface="Segoe UI"/>
              </a:rPr>
              <a:t>--&gt;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0" y="2200000"/>
            <a:ext cx="5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333399"/>
                </a:solidFill>
                <a:latin typeface="Segoe UI"/>
              </a:rPr>
              <a:t>--&gt;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00000"/>
            <a:ext cx="11000000" cy="1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A felhasználó a böngészőjében nyitja meg az oldalt. Amikor bármit csinál (jelentkezik, adatot kér), a böngésző egy kérelmet küld a szervernek. A szerver feldolgozza a kérelmet, szükséges esetén adatot olvas vagy ír az adatbázisba, és visszaküldi a választ a böngészőbe.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10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4. Hogyan tárolja az adatokat?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11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Három táblázat az adatbázisban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100000"/>
            <a:ext cx="3400000" cy="4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333399"/>
                </a:solidFill>
                <a:latin typeface="Segoe UI"/>
              </a:rPr>
              <a:t>kepzesek
(tanfolyam típusok)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kid - sorszám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knév - név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óraszám - hány órás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000" y="1100000"/>
            <a:ext cx="3400000" cy="4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333399"/>
                </a:solidFill>
                <a:latin typeface="Segoe UI"/>
              </a:rPr>
              <a:t>csoportok
(mikor, hol indul)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csid - sorszám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kid - melyik képzés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indulás - dátum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beosztas, helyszin,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0" y="1100000"/>
            <a:ext cx="3400000" cy="4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333399"/>
                </a:solidFill>
                <a:latin typeface="Segoe UI"/>
              </a:rPr>
              <a:t>jelentkezok
(ki iratkozott be)</a:t>
            </a:r>
          </a:p>
          <a:p>
            <a:pPr algn="l"/>
            <a:r>
              <a:rPr sz="8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jid - sorszám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csid - melyik csoport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név, szül.név, szül.idő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szul.hely, anyja neve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cim, telefon, email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00000"/>
            <a:ext cx="110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Kapcsolatok: Egy képzéshez több csoport tartozhat, egy csoporthoz több jelentkező.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Fontos: egy csoportba maximum 8 fő jelentkezhet.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5. Mit lát a látogató?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13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 főoldal felülről lefele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Fejléc + menü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Iskola neve, navigációs linkek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3 tanfolyam kártya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Kép, leírás, "Részletek" link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Induló csoportok tábla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Automatikusan frissül: melyik képzés mikor, hol, mennyi a szabad hely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Jelentkezési űrlap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Adatok kitöltése + "Jelentkezem" gomb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Admin belépés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Jelszó mező + gomb (az oldal alján)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14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Jelentkezési folyamat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1. A látogató kitölti az űrlapot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2. Megnyomja a "Jelentkezem" gombot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3. A böngésző ellenőrzi az adatokat (kor, hosszak, pipa)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4. Ha rendben van, elküldi a szervernek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5. A szerver is ellenőriz: létezik a csoport? van hely? új e-mail?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6. Ha minden stimmel: a jelentkezést elmenti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7. A felhasznalo "Sikeres jelentkezes!" üzenetet kap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Ha valami nem stimmel, a felhasználó hibaüzenetet kap (pl. "A csoport megtelt").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15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6. Mit lát az admin?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16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Az admin felület oldalai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Belepes: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 főoldal alján megadja a jelszót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Ha helyes: 1 órás "igazolvanyt" kap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Átirányítja a csoportok oldalra</a:t>
            </a:r>
          </a:p>
          <a:p>
            <a:pPr algn="l"/>
            <a:r>
              <a:rPr sz="10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Kijelentkezes: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Az igazolvány törlésre kerül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Visszakerül a főoldalra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Elérhető oldalak: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Csoportok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Összes csoport listája + új felvétele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Jelentkezok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Egy csoport jelentkezői + új felvétele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Csoport módosítás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Meglévő csoport adatainak szerkesztése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Jelentkező módosítás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Egy személy adatainak szerkesztése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Admin súgó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Használati útmutató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Segoe UI"/>
              </a:rPr>
              <a:t>7. Hogyan kommunikál a felület a szerverrel?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Végpontok: a szerver "ajtoi"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Nyilvános (bárki eléri):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Csoportok listája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A még el nem indult csoportokat adja vissza</a:t>
            </a:r>
          </a:p>
          <a:p>
            <a:pPr algn="l"/>
            <a:r>
              <a:rPr sz="4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Jelentkezes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A jelentkező adatait rögzíti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Ellenőrzi: van hely? új e-mail? létezik a csoport?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000000"/>
            <a:ext cx="5500000" cy="5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Admin (csak belépve):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Bejelentkezés (jelszó ellen. + token)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Összes csoport listája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Új csoport hozzáadása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Csoport adatainak lekérése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Csoport módosítása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Csoport törlése (csak ha üres)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Egy csoport jelentkezői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Jelentkező adatai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Jelentkező módosítása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Jelentkező törlése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8. Hogyan védett a rendszer?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20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Biztonsági megoldások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Jelszó titkosítás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A jelszót nem sima szövegként tároljuk, hanem titkosított formában. Még ha valaki látja a fájlt, nem tudja kiolvasni a jelszót belőle.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Belépési igazolvány (token)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Sikeres belépés után a szerver kiad egy "igazolvanyt" ami 1 óráig érvényes. Minden kérésnél ezt mutatja be az admin. Ha lejár, újra be kell lépni.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Külön titkos fájl (.env)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A jelszó és a titkos kulcs egy külön fájlban vannak, nem a program kódjában. Ez a fájl nem kerül fel az internetre.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Adatvedelem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Egy e-maillel csak egyszer lehet jelentkezni egy csoportba. Egy csoportba max 8 fő fér. Csoportot csak üresen lehet törölni.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21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9. Hogyan teszteltük?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Tesztelés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Szerver tesztek (.http fájlok)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Küldünk kérelmet a szervernek és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megnézzük, a várt válasz jön-e vissza.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Például: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Sikeres és sikertelen jelentkezés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Csoport létrehozás, módosítás, törlés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Hibás jelszó, lejárt token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Teli csoport, nem létező csoport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Felületi tesztek (kézzel)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Böngészőbe betöltjük az oldalt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és végigcsináljuk a műveleteket: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27 admin teszteset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24 nyilvános teszteset</a:t>
            </a:r>
          </a:p>
          <a:p>
            <a:pPr algn="l"/>
            <a:r>
              <a:rPr sz="6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Eredmények: test_execution_log.xlsx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Tesztadatok: 3 képzés, 5 csoport, 21 fő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23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10. Hogyan kell elindítani?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24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Telepítés és indítás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1. Csomagok telepítése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npm install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Letölti az összes szükséges kiegészítőt</a:t>
            </a:r>
          </a:p>
          <a:p>
            <a:pPr algn="l"/>
            <a:r>
              <a:rPr sz="4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2. Jelszó generálása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node generateHash.js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Létrehozza a titkosított jelszót</a:t>
            </a:r>
          </a:p>
          <a:p>
            <a:pPr algn="l"/>
            <a:r>
              <a:rPr sz="4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3. Titkos fájl létrehozása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.env fájl a fő mappában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Ide kerül a titkosított jelszó és a titkos kulcs</a:t>
            </a:r>
          </a:p>
          <a:p>
            <a:pPr algn="l"/>
            <a:r>
              <a:rPr sz="4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4. Indítás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node app.js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A szerver elindul az 5000-es porton</a:t>
            </a:r>
          </a:p>
          <a:p>
            <a:pPr algn="l"/>
            <a:r>
              <a:rPr sz="400" b="0">
                <a:solidFill>
                  <a:srgbClr val="1F2937"/>
                </a:solidFill>
                <a:latin typeface="Segoe UI"/>
              </a:rPr>
              <a:t/>
            </a: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5. Megnyitás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http://localhost:5000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A böngészőbe beírva megjelenik az oldal</a:t>
            </a:r>
          </a:p>
          <a:p>
            <a:pPr algn="l"/>
            <a:r>
              <a:rPr sz="400" b="0">
                <a:solidFill>
                  <a:srgbClr val="1F2937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6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Összefoglalás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600000"/>
            <a:ext cx="10900000" cy="3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Teljes körű weboldal tanfolyamok kezelésére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3 részes felépítés: weboldal + szerver + adatbázis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12 szerver végpont (2 nyilvános + 10 jelszóvédett)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Biztonságos: titkosított jelszó + belépési igazolvány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Ellenőrzések mindkét oldalon (böngészőben és szerveren is)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51 teszteset: felületi és szerver tesztek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Telefonon is jól működő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5600000"/>
            <a:ext cx="109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Köszönjük a figyelmet!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6100000"/>
            <a:ext cx="10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Andorfer Vendel  |  Babai Máté  |  Varga Mátyás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