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1200000"/>
            <a:ext cx="109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Tanfolyamok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4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Tanfolyam-kezelo webalkalmazas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5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Pogany Frigyes Technikum  |  Budapest,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2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Andorfer Vendel  |  Babai Mate  |  Varga Matyas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Tartalom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1.  Mirol szol a projekt?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2.  Milyen eszkozokkel keszult?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3.  Hogyan epul fel?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4.  Hogyan tarolja az adatokat?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5.  Mit lat a latogato?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6.  Mit lat az admin?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7.  Hogyan kommunikal a felulet a szerverrel?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8.  Hogyan vedett a rendszer?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9.  Hogyan teszteltuk?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10. Hogyan kell elinditani?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1. Mirol szol a projekt?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Segoe UI"/>
              </a:rPr>
              <a:t>Miert es kinek keszult ez az alkalmazas?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projekt hattere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Segoe UI"/>
              </a:rPr>
              <a:t>Iskola: BKSZC Pogany Frigyes Technikum (Budapest)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Az iskola esti es hetvegi digitalis kepzeseket kinal felnotteknek.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jelentkezesek korabban papir alapon tortentek.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cel: egy weboldal ahol az erdeklodok megtalaljak a tanfolyamokat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es online tudnak jelentkezni - az adminisztrator pedig tudja kezelni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csoportokat es a jelentkezok adatait.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3 fos csapat, iskolai projektmunka, 2026-os tanev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harom elerheto kepzes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Teljesen nullarol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ora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Alapok: szamitogep, internet, e-mail, jelszavak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Mindennapi internethasznalat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ora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Telefon es laptop egyutt, fajlok, alkalmazasok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Tudatos es biztonsagos internet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80 ora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Atveresek, adatvedelem, ketlepeses azonositas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Mindharom kepzesbol tobb csoport is indulhat, kulonbozo idopontokban es helyszineken.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2. Milyen eszkozokkel keszult?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Hasznalt eszkozok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oldal (a hatterben dolgozik)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Node.js - Futtatja a szerver kodot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Express.js - Fogadja a kereseket, kuldi a valaszokat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SQLite - Tarolja az adatokat (1 fajl)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bcrypt - Jelszot titkosit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JWT - Belepes igazolvany (token)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dotenv - Titkos adatok kulon fajlban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Felulet (amit a felhasznalo lat)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HTML - Az oldal szerkezete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CSS - Az oldal kinezete, szinek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JavaScript - Az oldal mukodese, gombok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Bootstrap 5 - Reszponziv design (telefonon is jo)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Fetch API - Adatok lekerese a szerverrol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3. Hogyan epul fel?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alkalmazas 3 reszbol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Weboldal (bongeszo)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HTML + CSS + 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Ezt latja a felhasznalo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Bongeszobe toltodik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Szerver (Node.js)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Express.js / app.js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Kerelmeket fogad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Valaszokat kuld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Adatbazis (SQLite)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tanfolyamok.db fajl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3 tabla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Minden adat itt van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00000"/>
            <a:ext cx="11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A felhasznalo a bongeszojeben nyitja meg az oldalt. Amikor barmit csinal (jelentkezik, adatot ker), a bongeszo egy kerelmet kuld a szervernek. A szerver feldolgozza a kerelmet, szukseges eseten adatot olvas vagy ir az adatbazisba, es visszakuldi a valaszt a bongeszobe.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4. Hogyan tarolja az adatokat?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Harom tablazat az adatbazisban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kepzesek
(tanfolyam tipusok)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sorszam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knev - nev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oraszam - hany 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csoportok
(mikor, hol indul)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sorszam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melyik kepzes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indulas - datum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beosztas, helyszin,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jelentkezok
(ki iratkozott be)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jid - sorszam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melyik csoport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nev, szul.nev, szul.ido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szul.hely, anyja neve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cim, telefon, 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Kapcsolatok: Egy kepzeshez tobb csoport tartozhat, egy csoporthoz tobb jelentkezo.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Fontos: egy csoportba maximum 8 fo jelentkezhet.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5. Mit lat a latogato?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fooldal felulrol lefele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Fejlec + menu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Iskola neve, navigacios linkek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 tanfolyam kartya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Kep, leiras, "Reszletek" link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Indulo csoportok tabla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Automatikusan frissul: melyik kepzes mikor, hol, mennyi a szabad hely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Jelentkezesi urlap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Adatok kitoltese + "Jelentkezem" gomb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Admin belepes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Jelszo mezo + gomb (az oldal aljan)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Jelentkezesi folyamat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1. A latogato kitolti az urlapot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2. Megnyomja a "Jelentkezem" gombot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3. A bongeszo ellenorzi az adatokat (kor, hosszak, pipa)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4. Ha rendben van, elkuldi a szervernek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5. A szerver is ellenoriz: letezik a csoport? van hely? uj e-mail?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6. Ha minden stimmel: a jelentkezest elmenti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7. A felhasznalo "Sikeres jelentkezes!" uzenetet kap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Ha valami nem stimmel, a felhasznalo hibaUzenetet kap (pl. "A csoport megtelt").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6. Mit lat az admin?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admin felulet oldalai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Belepes: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 fooldal aljan megadja a jelszot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Ha helyes: 1 oras "igazolvanyt" kap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Atiranyitja a csoportok oldalra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Kijelentkezes: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Az igazolvany torlesre kerul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Visszakerul a fooldra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Elerheto oldalak: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Osszes csoport listaja + uj felvetele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csoport jelentkezoi + uj felvetele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 modositas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Meglevo csoport adatainak szerkesztese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Jelentkezo modositas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szemely adatainak szerkesztese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Admin sugo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Hasznalati utmutato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Segoe UI"/>
              </a:rPr>
              <a:t>7. Hogyan kommunikal a felulet a szerverrel?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Vegpontok: a szerver "ajtoi"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Nyilvanos (barki eleri):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Csoportok listaja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meg el nem indult csoportokat adja vissza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Jelentkezes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jelentkezo adatait rogziti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Ellenorzi: van hely? uj e-mail? letezik a csoport?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000000"/>
            <a:ext cx="5500000" cy="5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Admin (csak belepve):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Bejelentkezes (jelszo ellen. + 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Osszes csoport listaja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Uj csoport hozzaadasa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adatainak lekerese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modositasa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torlese (csak ha ures)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csoport jelentkezoi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Jelentkezo adatai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Jelentkezo modositasa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Jelentkezo torlese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8. Hogyan vedett a rendszer?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Biztonsagi megoldasok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Jelszo titkositas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jelszot nem sima szovegkent taroljuk, hanem titkositott formaban. Meg ha valaki lata a fajlt, nem tudja kiolvasni a jelszot belole.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Belepesi igazolvany (token)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Sikeres belepes utan a szerver kiad egy "igazolvanyt" ami 1 oraig ervenyes. Minden keresnel ezt mutatja be az admin. Ha lejar, ujra be kell lepni.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Kulon titkos fajl (.env)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jelszo es a titkos kulcs egy kulon fajlban vannak, nem a program kodjaban. Ez a fajl nem kerul fel az internetre.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Adatvedelem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e-maillel csak egyszer lehet jelentkezni egy csoportba. Egy csoportba max 8 fo fer. Csoportot csak uresen lehet torolni.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9. Hogyan teszteltuk?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Teszteles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tesztek (.http fajlok)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Kuldunk kerelmet a szervernek es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megnezzuk, a vart valasz jon-e vissza.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Peldaul: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Sikeres es sikertelen jelentkezes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Csoport letrehozas, modositas, torles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Hibas jelszo, lejart token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Teli csoport, nem letezo csoport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Feluleti tesztek (kezzel)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Bongeszobe betoltjuk az oldalt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es vegigcsinaljuk a muveleteket: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27 admin teszteset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24 nyilvanos teszteset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Eredmenyek: test_execution_log.xlsx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Tesztadatok: 3 kepzes, 5 csoport, 21 fo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10. Hogyan kell elinditani?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Pogany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Telepites es inditas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1. Csomagok telepitese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npm install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Letolti az osszes szukseges kiegeszitot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2. Jelszo generalasa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generateHash.js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Letrehozza a titkositott jelszot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3. Titkos fajl letrehozasa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.env fajl a fo mappaban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Ide kerul a titkositott jelszo es a titkos kulcs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4. Inditas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app.js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szerver elindul az 5000-es porton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5. Megnyitas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http://localhost:5000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bongeszobe beirva megjelenik az oldal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6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Osszefoglalas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600000"/>
            <a:ext cx="10900000" cy="3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Teljes koru weboldal tanfolyamok kezelesere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3 reszes felepites: weboldal + szerver + adatbazis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12 szerver vegpont (2 nyilvanos + 10 jelszovedett)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Biztonsagos: titkositott jelszo + belepesi igazolvany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Ellenorzesek mindket oldalon (bongeszoben es szerveren is)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51 teszteset: feluleti es szerver tesztek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Telefonon is jol mukodo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5600000"/>
            <a:ext cx="109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Koszonjuk a figyelmet!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61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Andorfer Vendel  |  Babai Mate  |  Varga Matyas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