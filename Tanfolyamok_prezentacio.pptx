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00" y="1200000"/>
            <a:ext cx="109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Tanfolyamok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4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Tanfolyam-kezelő webalkalmazás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5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Pogány Frigyes Technikum  |  Budapest,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2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28B012F2-F9FF-46A7-9712-5ED40C3D456A}"/>
              </a:ext>
            </a:extLst>
          </p:cNvPr>
          <p:cNvSpPr/>
          <p:nvPr/>
        </p:nvSpPr>
        <p:spPr>
          <a:xfrm>
            <a:off x="3962399" y="4503600"/>
            <a:ext cx="1488142" cy="7061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57493A57-3403-462E-B233-141DDBC288FF}"/>
              </a:ext>
            </a:extLst>
          </p:cNvPr>
          <p:cNvSpPr/>
          <p:nvPr/>
        </p:nvSpPr>
        <p:spPr>
          <a:xfrm>
            <a:off x="5713484" y="4503600"/>
            <a:ext cx="1027977" cy="88541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A79E2EBF-E774-4ED5-A535-4EB447017B4B}"/>
              </a:ext>
            </a:extLst>
          </p:cNvPr>
          <p:cNvSpPr/>
          <p:nvPr/>
        </p:nvSpPr>
        <p:spPr>
          <a:xfrm>
            <a:off x="7004405" y="4494635"/>
            <a:ext cx="1203996" cy="88541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Tartalom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1.  Miről szól a projekt?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2.  Milyen eszközökkel készült?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3.  Hogyan épül fel?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4.  Hogyan tárolja az adatokat?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5.  Mit lát a látogató?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6.  Mit lát az admin?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7.  Hogyan kommunikál a felület a szerverrel?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8.  Hogyan védett a rendszer?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9.  Hogyan teszteltük?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10. Hogyan kell elindítani?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5CBB1B44-7C31-432E-A89C-C69394CB51E3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1. Miről szól a projekt?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Segoe UI"/>
              </a:rPr>
              <a:t>Miért és kinek készült ez az alkalmazás?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projekt háttere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Segoe UI"/>
              </a:rPr>
              <a:t>Iskola: BKSZC Pogány Frigyes Technikum (Budapest)</a:t>
            </a:r>
          </a:p>
          <a:p>
            <a:pPr algn="l"/>
            <a:endParaRPr sz="1600" b="1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Az iskola esti és hétvégi digitális képzéseket kínál felnőtteknek.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jelentkezések korábban papír alapon történtek.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cél: egy weboldal ahol az érdeklődők megtalálják a tanfolyamokat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és online tudnak jelentkezni - az adminisztrátor pedig tudja kezelni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csoportokat és a jelentkezők adatait.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3 fős csapat, iskolai projektmunka, 2026-os tanév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941E0FA4-21F5-4B18-BC5A-FB95E20F947D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három elérhető képzés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Teljesen nulláról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Alapok: számítógép, internet, e-mail, jelszavak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Mindennapi internethasználat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Telefon és laptop együtt, fájlok, alkalmazások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Tudatos és biztonságos internet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80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Átverések, adatvédelem, kétlépéses azonosítás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Mindhárom képzésből több csoport is indulhat, különböző időpontokban és helyszíneken.</a:t>
            </a: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A7E1E8D9-CD2B-4FC6-8F04-E3D1EBC1D941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2. Milyen eszközökkel készült?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Használt eszközök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oldal (a háttérben dolgozik)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Node.js - Futtatja a szerver kódot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Express.js - Fogadja a kéréseket, küldi a válaszokat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SQLite - Tárolja az adatokat (1 fájl)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bcrypt - Jelszót titkosít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JWT - Belépés igazolvány (token)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dotenv - Titkos adatok külön fájlban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 (amit a felhasználó lát)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HTML - Az oldal szerkezete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CSS - Az oldal kinézete, színek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JavaScript - Az oldal működése, gombok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Bootstrap 5 - Reszponzív design (telefonon is jó)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Fetch API - Adatok lekérése a szerverről</a:t>
            </a:r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8764E505-AED4-4723-A9FC-527155E92D82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3. Hogyan épül fel?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alkalmazás 3 részből áll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Weboldal (böngésző)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HTML + CSS + 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Ezt látja a felhasználó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Böngészőbe töltődik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Szerver (Node.js)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Express.js / app.js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Kérelmeket fogad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Válaszokat küld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Adatbázis (SQLite)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tanfolyamok.db fájl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3 tábla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Minden adat itt van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87671"/>
            <a:ext cx="10093276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dirty="0">
                <a:solidFill>
                  <a:srgbClr val="6B7280"/>
                </a:solidFill>
                <a:latin typeface="Segoe UI"/>
              </a:rPr>
              <a:t>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felhasználó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böngészőjében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nyitja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meg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az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oldalt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 </a:t>
            </a:r>
            <a:endParaRPr lang="hu-HU" sz="1400" b="0" dirty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 dirty="0" err="1">
                <a:solidFill>
                  <a:srgbClr val="6B7280"/>
                </a:solidFill>
                <a:latin typeface="Segoe UI"/>
              </a:rPr>
              <a:t>Amikor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bármit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csinál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(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jelentkezik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adatot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),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egy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kérelmet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küld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szervernek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 </a:t>
            </a:r>
            <a:endParaRPr lang="hu-HU" sz="1400" b="0" dirty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 dirty="0">
                <a:solidFill>
                  <a:srgbClr val="6B7280"/>
                </a:solidFill>
                <a:latin typeface="Segoe UI"/>
              </a:rPr>
              <a:t>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szerver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feldolgozza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kérelmet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szükséges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esetén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adatot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olvas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vagy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ír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az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adatbázisba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és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visszaküldi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választ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böngészőbe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D46DDC98-B019-4D7C-BD1C-6B79FDE1913D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4. Hogyan tárolja az adatokat?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Három táblázat az adatbázisban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kepzesek
(tanfolyam típusok)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knév - név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óraszám - hány órás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csoportok
(mikor, hol indul)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melyik képzés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indulás - dátum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beosztas, helyszin,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jelentkezok
(ki iratkozott be)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melyik csoport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név, szül.név, szül.idő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szul.hely, anyja neve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cim, telefon, 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Kapcsolatok: Egy képzéshez több csoport tartozhat, egy csoporthoz több jelentkező.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Fontos: egy csoportba maximum 8 fő jelentkezhet.</a:t>
            </a:r>
          </a:p>
        </p:txBody>
      </p:sp>
      <p:sp>
        <p:nvSpPr>
          <p:cNvPr id="10" name="Téglalap 9">
            <a:extLst>
              <a:ext uri="{FF2B5EF4-FFF2-40B4-BE49-F238E27FC236}">
                <a16:creationId xmlns:a16="http://schemas.microsoft.com/office/drawing/2014/main" id="{A8B1C2E8-574B-4E4C-88F8-735ABE305CD0}"/>
              </a:ext>
            </a:extLst>
          </p:cNvPr>
          <p:cNvSpPr/>
          <p:nvPr/>
        </p:nvSpPr>
        <p:spPr>
          <a:xfrm>
            <a:off x="0" y="6687671"/>
            <a:ext cx="12192000" cy="170329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5. Mit lát a látogató?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főoldal felülről lefele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Fejléc + menü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Iskola neve, navigációs linkek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 tanfolyam kártya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Kép, leírás, "Részletek" link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Induló csoportok tábla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Automatikusan frissül: melyik képzés mikor, hol, mennyi a szabad hely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Jelentkezési űrlap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Adatok kitöltése + "Jelentkezem" gomb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Admin belépés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Jelszó mező + gomb (az oldal alján)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903DA9A9-B695-47D2-A21E-045DF460108B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Jelentkezési folyamat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1. A látogató kitölti az űrlapot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2. Megnyomja a "Jelentkezem" gombot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3. A böngésző ellenőrzi az adatokat (kor, hosszak, pipa)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4. Ha rendben van, elküldi a szervernek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5. A szerver is ellenőriz: létezik a csoport? van hely? új e-mail?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6. Ha minden stimmel: a jelentkezést elmenti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7. A felhasznalo "Sikeres jelentkezes!" üzenetet kap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Ha valami nem stimmel, a felhasználó hibaüzenetet kap (pl. "A csoport megtelt").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0631ED38-2C45-4D05-B7F4-786EB7C92365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6. Mit lát az admin?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admin felület oldalai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Belepes: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 főoldal alján megadja a jelszót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Ha helyes: 1 órás "igazolvanyt" kap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Átirányítja a csoportok oldalra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Kijelentkezes: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Az igazolvány törlésre kerül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Visszakerül a főoldalra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Elérhető oldalak: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Összes csoport listája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csoport jelentkezői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Meglévő csoport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Jelentkező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személy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Admin súgó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Használati útmutató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6CD62B89-C340-4734-9A19-0F8DC054E7E0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Segoe UI"/>
              </a:rPr>
              <a:t>7. Hogyan kommunikál a felület a szerverrel?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Végpontok: a szerver "ajtoi"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Nyilvános (bárki eléri):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Csoportok listája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még el nem indult csoportokat adja vissza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Jelentkezes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jelentkező adatait rögzíti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Ellenőrzi: van hely? új e-mail? létezik a csoport?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000000"/>
            <a:ext cx="5500000" cy="5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Admin (csak belépve):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Bejelentkezés (jelszó ellen. + 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Összes csoport listája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Új csoport hozzáadása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adatainak lekérése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törlése (csak ha üres)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csoport jelentkezői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adatai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törlése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8308F67A-6C3A-477C-8A2E-69B7F92A8379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8. Hogyan védett a rendszer?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Biztonsági megoldások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Jelszó titkosítás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jelszót nem sima szövegként tároljuk, hanem titkosított formában. Még ha valaki látja a fájlt, nem tudja kiolvasni a jelszót belőle.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Belépési igazolvány (token)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Sikeres belépés után a szerver kiad egy "igazolvanyt" ami 1 óráig érvényes. Minden kérésnél ezt mutatja be az admin. Ha lejár, újra be kell lépni.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Külön titkos fájl (.env)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 és a titkos kulcs egy külön fájlban vannak, nem a program kódjában. Ez a fájl nem kerül fel az internetre.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Adatvedelem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e-maillel csak egyszer lehet jelentkezni egy csoportba. Egy csoportba max 8 fő fér. Csoportot csak üresen lehet törölni.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1744012E-9E29-473D-B60C-0A659FE3ABDB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9. Hogyan teszteltük?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Tesztelés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tesztek (.http fájlok)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Küldünk kérelmet a szervernek 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megnézzük, a várt válasz jön-e vissza.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Például: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Sikeres és sikertelen jelentkezés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Csoport létrehozás, módosítás, törlés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Hibás jelszó, lejárt token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Teli csoport, nem létező csoport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Felületi tesztek (kézzel)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Böngészőbe betöltjük az oldalt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és végigcsináljuk a műveleteket: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27 admin teszteset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24 nyilvános teszteset</a:t>
            </a:r>
          </a:p>
          <a:p>
            <a:pPr algn="l"/>
            <a:endParaRPr sz="1400" b="1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Eredmények: test_execution_log.xlsx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Tesztadatok: 3 képzés, 5 csoport, 21 fő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42978576-ECAD-4E9C-824A-4BE2A6EA3C0E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10. Hogyan kell elindítani?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Telepítés és indítás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1. Csomagok telepítése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npm install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Letölti az összes szükséges kiegészítőt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2. Jelszó generálása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generateHash.js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Létrehozza a titkosított jelszót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3. Titkos fájl létrehozása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.env fájl a fő mappában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Ide kerül a titkosított jelszó és a titkos kulcs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4. Indítás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app.js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szerver elindul az 5000-es porton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5. Megnyitás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http://localhost:5000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böngészőbe beírva megjelenik az oldal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AFF79B0C-8D44-4FAD-B8A2-0C91D581033F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00" y="6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Összefoglalás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600000"/>
            <a:ext cx="10900000" cy="3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Teljes körű weboldal tanfolyamok kezelésére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3 részes felépítés: weboldal + szerver + adatbázis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12 szerver végpont (2 nyilvános + 10 jelszóvédett)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Biztonságos: titkosított jelszó + belépési igazolvány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Ellenőrzések mindkét oldalon (böngészőben és szerveren is)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51 teszteset: felületi és szerver tesztek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Telefonon is jól működő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5600000"/>
            <a:ext cx="109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Köszönjük a figyelmet!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61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Microsoft Office PowerPoint</Application>
  <PresentationFormat>Szélesvásznú</PresentationFormat>
  <Paragraphs>285</Paragraphs>
  <Slides>25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29" baseType="lpstr">
      <vt:lpstr>Arial</vt:lpstr>
      <vt:lpstr>Calibri</vt:lpstr>
      <vt:lpstr>Segoe UI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Andorfer Vendel János</cp:lastModifiedBy>
  <cp:revision>4</cp:revision>
  <dcterms:created xsi:type="dcterms:W3CDTF">2013-01-27T09:14:16Z</dcterms:created>
  <dcterms:modified xsi:type="dcterms:W3CDTF">2026-04-29T08:07:52Z</dcterms:modified>
  <cp:category/>
</cp:coreProperties>
</file>